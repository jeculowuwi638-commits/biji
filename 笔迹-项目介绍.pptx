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开场：笔迹解决的不是“AI 能不能写”，而是“写出来像不像我、长篇接不接得上、出了问题敢不敢用”。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四部分：为什么做、做什么、怎么做、有什么价值。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第一部分：项目要解决的问题和产品定位。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三道坎：风格不像、长篇接不上、生成结果不可控。核心命题是“敢不敢用”。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两种模式共用账号与档案体系：普通文章解决“像不像我”，小说续写解决“接不接得上”。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两个核心概念都遵循同一原则：提取物只读、可追加，作者纠正优先于模型结果。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第二部分：四个核心功能的输入、产出和关键交互。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四个功能分别服务两条闭环；先总览，再逐个展开。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档案是采集出来的：统计层零成本、语义层一次模型调用；用户只能追加语料，不能改数值。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三要素是核心交互；“档案=无”天然构成普通 AI 对照组，微调关闭时完全不影响提示词。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检测给的是“哪一句、为什么”，不是总分；闭环里每一步都由用户显式操作。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小说模式的五步：导入、记忆卡、候选、一致性、采用。候选不入库，采用才追加。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第三部分：技术选型、总体架构、数据模型和工程约束。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浏览器只与 Express 通信；Express 同时托管静态资源、承担 API、并通过唯一出口调用模型。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七张表；所有业务数据按 userId 隔离，跨账号 404；StoryBible 用结构化 JSON 换取整体一致性。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六个约束对应六类常见风险：平台分支、假数据、模型乱返回、上下文爆炸、误写历史、评分不可复现。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第四部分：价值主张、适用场景与产品边界。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作者价值是风格资产与不崩设定；创作者价值是多场景复用；产品价值是可审计、可隔离的闭环。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主动划边界：不生成整本、不改历史、不造假、不堆上下文、不硬编码。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收尾：回到产品主张，并给出本地演示入口。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-1737360"/>
            <a:ext cx="5852160" cy="5852160"/>
          </a:xfrm>
          <a:prstGeom prst="ellipse">
            <a:avLst/>
          </a:prstGeom>
          <a:noFill/>
          <a:ln w="12700">
            <a:solidFill>
              <a:srgbClr val="3A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383280"/>
            <a:ext cx="4480560" cy="4480560"/>
          </a:xfrm>
          <a:prstGeom prst="ellipse">
            <a:avLst/>
          </a:prstGeom>
          <a:noFill/>
          <a:ln w="12700">
            <a:solidFill>
              <a:srgbClr val="2B2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61320" y="1051560"/>
            <a:ext cx="822960" cy="1097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914400"/>
            <a:ext cx="219456" cy="21945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87782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项目介绍  /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298448"/>
            <a:ext cx="6400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0000" b="1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笔迹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614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B  I  J 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0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面向长篇的个性化小说续写与一致性助手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67328"/>
            <a:ext cx="1005840" cy="3657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8869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A89C90"/>
                </a:solidFill>
                <a:latin typeface="Noto Serif SC"/>
                <a:ea typeface="Noto Serif SC"/>
                <a:cs typeface="Noto Serif SC"/>
              </a:rPr>
              <a:t>先学会你怎么写，再记住你的故事已经写到哪里。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5943600"/>
            <a:ext cx="10634472" cy="10972"/>
          </a:xfrm>
          <a:prstGeom prst="rect">
            <a:avLst/>
          </a:prstGeom>
          <a:solidFill>
            <a:srgbClr val="3A2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10819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个人 AI 写作分身  ·  故事记忆卡  ·  一致性校验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6108192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Vue 3 / Node.js / Prisma /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四个部分，看懂笔迹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94767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项目介绍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984248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从「单篇像你」到「长篇接得上」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26663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08375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044951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档案、生成、检测、续写四条主线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803903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8736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69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105655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前后端、数据模型与工程纪律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64607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48071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129783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应用价值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166359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谁需要它，以及它为什么可信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925311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PART 01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 i="0">
                <a:solidFill>
                  <a:srgbClr val="9E3C27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1554480"/>
            <a:ext cx="13716" cy="3657600"/>
          </a:xfrm>
          <a:prstGeom prst="rect">
            <a:avLst/>
          </a:prstGeom>
          <a:solidFill>
            <a:srgbClr val="3A2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182880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项目介绍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880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为什么是「笔迹」，而不是又一个 AI 写作框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977639"/>
            <a:ext cx="914400" cy="3657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2062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从写作工具，到可复用的个人表达资产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 · 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长篇 AI 写作，卡在三道坎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3246120" cy="320040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042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不像我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通用模型写谁都是同一个腔调。喂几段原文只能学到表面句式，换一个话题就打回原形。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5363" y="1783080"/>
            <a:ext cx="3246120" cy="320040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9683" y="2011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9683" y="23042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接不上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9683" y="292608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人物知道什么、关系走到哪、伏笔埋没埋——模型没有稳定的事实底座，写着写着就矛盾。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33488" y="1783080"/>
            <a:ext cx="3246120" cy="320040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20116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304288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改崩了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2926080"/>
            <a:ext cx="2697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一次续写直接覆盖正文；出了问题只能靠记忆回溯，历史版本没有任何保障。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394960"/>
            <a:ext cx="10634472" cy="713232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" y="5687568"/>
            <a:ext cx="146304" cy="146304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5486400"/>
            <a:ext cx="9784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问题不在「能不能生成」，而在生成之后「敢不敢用」。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 · 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两种写作模式，回答两个问题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5239512" cy="32461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385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MODE 01  /  普通文章 · 单篇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解决「不像我」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7180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主题 + 笔迹档案 + 平台 + 微调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5584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生成  →  检测  →  候选  →  保存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074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写作单位是一篇；产出可保存进「我的文章」，继续编辑。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5239512" cy="32461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MODE 02  /  小说续写 · 长篇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解决「接不上」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97180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已有章节  →  故事记忆卡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5584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档案 + 要求  →  2–3 候选  →  一致性报告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39896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显式采用  →  追加新章节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0740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写作单位是一章；原始章节与历史正文只读，续写只追加。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40680"/>
            <a:ext cx="106344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0" i="0">
                <a:solidFill>
                  <a:srgbClr val="2B211B"/>
                </a:solidFill>
                <a:latin typeface="Noto Serif SC"/>
                <a:ea typeface="Noto Serif SC"/>
                <a:cs typeface="Noto Serif SC"/>
              </a:rPr>
              <a:t>AI 不只替你把下一章写出来，还要记得前面发生过什么。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 · 项目介绍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把「像你」和「记得」变成两份资产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5239512" cy="39319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4708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PROFILE  /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30552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笔迹档案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让生成有你的句式、语气和习惯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255264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3154680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从 3–10 篇历史文章中提取，结构化为可复用档案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858768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758184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统计层本地计算（0 token），语义层只调用模型 1 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462272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3312" y="4361688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不可手改，只能继续投喂、合并语料后重新提取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065776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4965192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一个人可以有多份：工作风格 / 随笔生活 / 观点评论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5239512" cy="39319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47088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STORYBIBLE  / 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30552"/>
            <a:ext cx="4480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故事记忆卡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让长篇记住人物、关系、时间线与伏笔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255264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154680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人物、关系、地点、世界规则、时间线、事件、伏笔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858768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758184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记录「谁在何时知道什么」，以及不可改事实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462272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361688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核心只读；作者纠正单独追加，优先级更高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065776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4965192"/>
            <a:ext cx="43342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随新章节重新分析，为续写与检查提供事实底座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833872"/>
            <a:ext cx="182880" cy="2743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7607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共同原则：档案是提取物，不是设置项 —— 像指纹，只能采集，不能修图。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PART 02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 i="0">
                <a:solidFill>
                  <a:srgbClr val="9E3C27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1554480"/>
            <a:ext cx="13716" cy="3657600"/>
          </a:xfrm>
          <a:prstGeom prst="rect">
            <a:avLst/>
          </a:prstGeom>
          <a:solidFill>
            <a:srgbClr val="3A2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182880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880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四条主线：写得像你、接得上故事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977639"/>
            <a:ext cx="914400" cy="3657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2062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每个功能都有明确的输入、产出与边界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四个核心功能，组成两条完整闭环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5239512" cy="16916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3852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笔迹档案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7919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分析 → 建档 → 继续投喂 → 多档案管理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5239512" cy="16916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三要素生成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79191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主题 × 笔迹档案 × 微调，一次产出标题与正文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5239512" cy="16916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5876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「像不像你」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59943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通用 AI 味 + 个人偏离度，逐句指出问题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657600"/>
            <a:ext cx="5239512" cy="16916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858768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148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小说续写与一致性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99432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2–3 个候选、六维检查、显式采用追加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106344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普通文章：生成 → 写作台编辑 → 检测 → 候选 → 保存文章</a:t>
            </a:r>
          </a:p>
          <a:p>
            <a:pPr algn="l">
              <a:lnSpc>
                <a:spcPct val="130000"/>
              </a:lnSpc>
              <a:spcBef>
                <a:spcPts val="300"/>
              </a:spcBef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小说续写：导入章节 → 故事记忆卡 → 续写 → 一致性 → 采用追加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功能一 · 笔迹档案：采集，而不是设置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976" y="2093976"/>
            <a:ext cx="12801" cy="566928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32788"/>
            <a:ext cx="365760" cy="365760"/>
          </a:xfrm>
          <a:prstGeom prst="ellipse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278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691640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993392"/>
            <a:ext cx="5605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粘贴文本或上传 .txt；首次 3–10 篇，之后每次可追加 1–10 篇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" y="3044952"/>
            <a:ext cx="12801" cy="566928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683764"/>
            <a:ext cx="365760" cy="365760"/>
          </a:xfrm>
          <a:prstGeom prst="ellipse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376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642616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统计层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944368"/>
            <a:ext cx="5605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本地规则计算句长、短句比例、高频词、标点与人称，0 token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" y="3995928"/>
            <a:ext cx="12801" cy="566928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634740"/>
            <a:ext cx="365760" cy="365760"/>
          </a:xfrm>
          <a:prstGeom prst="ellipse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47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593592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语义层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895344"/>
            <a:ext cx="5605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模型 1 次：开头/结尾套路、口头禅、比喻与举例习惯、观点强度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585716"/>
            <a:ext cx="365760" cy="365760"/>
          </a:xfrm>
          <a:prstGeom prst="ellipse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8571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544568"/>
            <a:ext cx="5605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846320"/>
            <a:ext cx="56052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命名入库的档案卡；原始语料存档，可查看、可继续投喂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60" y="1691640"/>
            <a:ext cx="3959352" cy="395020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1874519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一份档案里有什么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233172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33172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口语化程度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87967" y="233172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233172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正式度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49255" y="233172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9255" y="233172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平均句长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288036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288036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短句比例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87967" y="288036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87967" y="288036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句长标准差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49255" y="288036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9255" y="288036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反问频率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26679" y="342900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42900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比喻密度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87967" y="342900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87967" y="342900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个人经历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49255" y="3429000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5" y="3429000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高频词 TOP10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79" y="3977639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26679" y="3977639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语气 · 情绪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87967" y="3977639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87967" y="3977639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结构倾向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49255" y="3977639"/>
            <a:ext cx="1060704" cy="402336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49255" y="3977639"/>
            <a:ext cx="10607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标点习惯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4681728"/>
            <a:ext cx="341071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79" y="4864608"/>
            <a:ext cx="34107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 token 本地统计  ·  1 次语义分析
原文全量存档，追加时重新计算两层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788152"/>
            <a:ext cx="182880" cy="27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5833872"/>
            <a:ext cx="182880" cy="2743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5751576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不可手改 · 可追加 · 可多份 · 微调不写回档案；追加后最多保存 20 篇、60000 字。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功能二 · 三要素生成：把「像你」拆成参数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3246120" cy="23317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7451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写什么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主题或素材输入框。它只作为提示，标题与正文由模型另写，不会把输入直接当标题。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7368" y="1737360"/>
            <a:ext cx="3246120" cy="23317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87451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688" y="23591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用哪份笔迹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7889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可选无、工作风格、随笔生活、观点评论；选「无」即普通 AI 对照组。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97496" y="1737360"/>
            <a:ext cx="3246120" cy="23317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1816" y="1874519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94F35"/>
                </a:solidFill>
                <a:latin typeface="Noto Serif SC"/>
                <a:ea typeface="Noto Serif SC"/>
                <a:cs typeface="Noto Serif SC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6" y="235915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要不要微调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6" y="2788920"/>
            <a:ext cx="2697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关闭时滑杆完全不渲染、不进入 prompt；开启后才按正式/简洁/理性等方向偏移。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1596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平台配置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90288"/>
            <a:ext cx="3246120" cy="640080"/>
          </a:xfrm>
          <a:prstGeom prst="roundRect">
            <a:avLst>
              <a:gd name="adj" fmla="val 20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90288"/>
            <a:ext cx="2788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公众号  ·  800–1500 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4590288"/>
            <a:ext cx="3246120" cy="640080"/>
          </a:xfrm>
          <a:prstGeom prst="roundRect">
            <a:avLst>
              <a:gd name="adj" fmla="val 20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4590288"/>
            <a:ext cx="2788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小红书  ·  300–500 字 + emoji + 标签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496" y="4590288"/>
            <a:ext cx="3246120" cy="640080"/>
          </a:xfrm>
          <a:prstGeom prst="roundRect">
            <a:avLst>
              <a:gd name="adj" fmla="val 20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4590288"/>
            <a:ext cx="2788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抖音脚本  ·  分镜 + 口播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605272"/>
            <a:ext cx="182880" cy="2743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22976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重新生成 = 一次全新的生成：只带原始三要素，不带当前文章，也不带上一稿分数。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功能三 · 「像不像你」：把感受变成可定位的分数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5532120" cy="157276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通用 AI 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9" y="1901952"/>
            <a:ext cx="822960" cy="292608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9" y="190195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无需档案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套话命中  ·  句长标准差过低  ·  排比三连  ·  过渡词滥用  ·  名词与数字密度低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74720"/>
            <a:ext cx="5532120" cy="157276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393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个人偏离度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3639312"/>
            <a:ext cx="822960" cy="292608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363931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需要档案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983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句长分布偏离基线  ·  高频词命中率低  ·  正式度偏离  ·  缺少口头禅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38928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档案 = 无 时只跑通用检测；分数由本地规则计算，不依赖模型。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写作台闭环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7568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生成：标题 + 正文直接进入写作台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7004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264261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编辑：手动增删改，旧分数自动清空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36976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3209544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检测：随时查看 AI 味与个人偏离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03904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377647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重新生成：按原三要素产出侧边候选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370831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343399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选择：替换当前文章 / 保留当前文章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37760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91032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保存：进入「我的文章」，可继续编辑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596128"/>
            <a:ext cx="10634472" cy="603504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1014984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「第 3 段这句不像你：你很少用『综上所述』；这句话 31 字，你平均 18 字。」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 · 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功能四 · 小说续写：先记住故事，再写下一章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1847088" cy="129844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847088" cy="5029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1965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导入章节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1401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原文只读 · 单次最多 20 章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97480" y="2231136"/>
            <a:ext cx="201168" cy="201168"/>
          </a:xfrm>
          <a:prstGeom prst="right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6372" y="1691640"/>
            <a:ext cx="1847088" cy="129844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6372" y="1691640"/>
            <a:ext cx="1847088" cy="5029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9252" y="181965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9252" y="2057400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故事记忆卡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9252" y="241401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核心只读 · 纠正可追加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6612" y="2231136"/>
            <a:ext cx="201168" cy="201168"/>
          </a:xfrm>
          <a:prstGeom prst="right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75504" y="1691640"/>
            <a:ext cx="1847088" cy="129844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75504" y="1691640"/>
            <a:ext cx="1847088" cy="5029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181965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057400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续写候选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41401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一次 2–3 个 · 不写入数据库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95744" y="2231136"/>
            <a:ext cx="201168" cy="201168"/>
          </a:xfrm>
          <a:prstGeom prst="right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4636" y="1691640"/>
            <a:ext cx="1847088" cy="129844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74636" y="1691640"/>
            <a:ext cx="1847088" cy="5029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7516" y="181965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7516" y="2057400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一致性检查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6" y="241401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六维报告 · 定位到段与句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294876" y="2231136"/>
            <a:ext cx="201168" cy="201168"/>
          </a:xfrm>
          <a:prstGeom prst="right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73768" y="1691640"/>
            <a:ext cx="1847088" cy="1298448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3768" y="1691640"/>
            <a:ext cx="1847088" cy="5029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181965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2057400"/>
            <a:ext cx="1527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采用追加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414016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显式保存 · 不改历史正文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20040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一致性六维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3474720"/>
            <a:ext cx="1627632" cy="411480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74720"/>
            <a:ext cx="16276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人物一致性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60320" y="3474720"/>
            <a:ext cx="1627632" cy="411480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0" y="3474720"/>
            <a:ext cx="16276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人物关系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3474720"/>
            <a:ext cx="1627632" cy="411480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3474720"/>
            <a:ext cx="16276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时间线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79" y="3474720"/>
            <a:ext cx="1627632" cy="411480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79" y="3474720"/>
            <a:ext cx="16276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世界观规则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09560" y="3474720"/>
            <a:ext cx="1627632" cy="411480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3474720"/>
            <a:ext cx="16276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伏笔处理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3474720"/>
            <a:ext cx="1627632" cy="411480"/>
          </a:xfrm>
          <a:prstGeom prst="roundRect">
            <a:avLst>
              <a:gd name="adj" fmla="val 32000"/>
            </a:avLst>
          </a:prstGeom>
          <a:solidFill>
            <a:srgbClr val="F0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3474720"/>
            <a:ext cx="162763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文风接近度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4206240"/>
            <a:ext cx="10634472" cy="105156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343400"/>
            <a:ext cx="10149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上下文预算：续写只读最近 3 章原文（单章 ≤ 9000 字，总计 ≤ 20000 字），更早章节读记忆卡摘要；记忆卡分析最多抽样 36 章；待检查稿 ≤ 40000 字。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504688"/>
            <a:ext cx="182880" cy="27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" b="0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50408"/>
            <a:ext cx="182880" cy="2743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468112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不自动生成整本书 · 不修改历史章节 · 没有 Key 就明确报错，不返回假候选。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PART 03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 i="0">
                <a:solidFill>
                  <a:srgbClr val="9E3C27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1554480"/>
            <a:ext cx="13716" cy="3657600"/>
          </a:xfrm>
          <a:prstGeom prst="rect">
            <a:avLst/>
          </a:prstGeom>
          <a:solidFill>
            <a:srgbClr val="3A2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182880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880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把复杂度留在服务层，把确定性写进流程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977639"/>
            <a:ext cx="914400" cy="3657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2062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单体部署 · 一套 API · 一个模型出口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一套单体架构，把复杂度留在服务层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10634472" cy="9601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客户端 /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Vue 3  ·  Vite 6  ·  Vue Router 4  ·  Pinia 2  ·  Element Plus  ·  ECharts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29968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构建产物由 Express 同端口托管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34472" cy="1938528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服务层 / SERVER  ·  Express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154680"/>
            <a:ext cx="3154680" cy="1298448"/>
          </a:xfrm>
          <a:prstGeom prst="rect">
            <a:avLst/>
          </a:prstGeom>
          <a:solidFill>
            <a:srgbClr val="2B211B"/>
          </a:solidFill>
          <a:ln w="9525">
            <a:solidFill>
              <a:srgbClr val="3A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30098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路由层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666744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auth / profiles / generate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score / articles / assistant / novels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154680"/>
            <a:ext cx="3611880" cy="1298448"/>
          </a:xfrm>
          <a:prstGeom prst="rect">
            <a:avLst/>
          </a:prstGeom>
          <a:solidFill>
            <a:srgbClr val="2B211B"/>
          </a:solidFill>
          <a:ln w="9525">
            <a:solidFill>
              <a:srgbClr val="3A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300984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666744"/>
            <a:ext cx="3246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style · generate · score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novel ·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3154680"/>
            <a:ext cx="3063240" cy="1298448"/>
          </a:xfrm>
          <a:prstGeom prst="rect">
            <a:avLst/>
          </a:prstGeom>
          <a:solidFill>
            <a:srgbClr val="2B211B"/>
          </a:solidFill>
          <a:ln w="9525">
            <a:solidFill>
              <a:srgbClr val="3A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3300984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LLM 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666744"/>
            <a:ext cx="2697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统一重试 · 无缓存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JSON 宽松解析与归一化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69663" y="3246120"/>
            <a:ext cx="118872" cy="118872"/>
          </a:xfrm>
          <a:prstGeom prst="right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010144" y="3246120"/>
            <a:ext cx="118872" cy="118872"/>
          </a:xfrm>
          <a:prstGeom prst="right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5166360" cy="8686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486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数据层 / MySQL 8 + Prisma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595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7 张表 · 级联删除 · 所有查询带 userId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5120640"/>
            <a:ext cx="5166360" cy="8686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52486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模型层 / OpenAI 兼容接口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5595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Key 只在 .env · 模型名可配置 · 实时调用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5943600" y="2624328"/>
            <a:ext cx="164592" cy="228600"/>
          </a:xfrm>
          <a:prstGeom prst="down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5943600" y="4828032"/>
            <a:ext cx="164592" cy="274320"/>
          </a:xfrm>
          <a:prstGeom prst="downArrow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126480"/>
            <a:ext cx="106344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SPA 回退与 API 分流：/api/* 之外的路径返回 index.html；未知 API 返回 JSON 404。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数据模型：持久化事实，而不是聊天记录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91640"/>
            <a:ext cx="5943600" cy="393192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七张表的职责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39696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139696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2139696"/>
            <a:ext cx="1554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4048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账号与密码哈希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0487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bcrypt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761488"/>
            <a:ext cx="5440680" cy="7315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529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stats · semantic · texts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85292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只读可追加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09544"/>
            <a:ext cx="5440680" cy="7315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Article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30098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标题、正文、档案名快照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3009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显式保存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657600"/>
            <a:ext cx="5440680" cy="7315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39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74903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主题、平台、微调、正文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749039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105656"/>
            <a:ext cx="5440680" cy="7315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87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NovelProject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19709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作品、视角、绑定档案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19709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按 userId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553712"/>
            <a:ext cx="5440680" cy="7315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6360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NovelChapter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46451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章节正文，order 唯一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64515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只追加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001768"/>
            <a:ext cx="5440680" cy="7315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0840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StoryBible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509320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core · corrections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50932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core 只读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1691640"/>
            <a:ext cx="4462272" cy="3931920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0" y="1874519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默认不信任客户端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2505456"/>
            <a:ext cx="137160" cy="22860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2395728"/>
            <a:ext cx="3657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JWT + bcryptjs，token 只存在浏览器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3108960"/>
            <a:ext cx="137160" cy="22860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9792" y="2999232"/>
            <a:ext cx="3657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除注册、登录、健康检查外全部鉴权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712464"/>
            <a:ext cx="137160" cy="22860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2" y="3602736"/>
            <a:ext cx="3657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所有查询强制 where: { userId 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315968"/>
            <a:ext cx="137160" cy="22860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4206240"/>
            <a:ext cx="3657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跨账号访问统一 404，不泄露资源存在性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4919472"/>
            <a:ext cx="137160" cy="22860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4809744"/>
            <a:ext cx="36576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章节 / 记忆卡额外按 novelId 限定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870448"/>
            <a:ext cx="182880" cy="2743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788152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为什么记忆卡用 JSON：人物、事件、伏笔总是一起分析、整体读取；需要独立隔离的是作品、章节和记忆卡。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 · 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六个工程约束，决定系统是否可信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3401568" cy="17830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192024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17627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单一事实来源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5786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PLATFORMS 只在 generate.js 定义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前端经 /api/meta 读取，路由无分支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1737360"/>
            <a:ext cx="3401568" cy="17830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92024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17627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实时调用 · 无缓存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25786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不保存模型响应，不用演示文案兜底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没有 Key 就返回 503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1737360"/>
            <a:ext cx="3401568" cy="17830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176272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宽松 JSON 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578608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兼容代码块、前后说明与尾逗号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字段归一化，空候选过滤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675887"/>
            <a:ext cx="3401568" cy="17830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85876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11480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上下文预算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517136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最近 3 章原文 + 摘要 + 抽样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不随章节数膨胀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8264" y="3675887"/>
            <a:ext cx="3401568" cy="17830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54296" y="385876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4296" y="411480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显式写入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4517136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生成不入库；采用 / 保存才落库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历史正文只追加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9288" y="3675887"/>
            <a:ext cx="3401568" cy="178308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3858768"/>
            <a:ext cx="548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411480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确定性评分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517136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本地规则计算，结果可解释、可复现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不依赖模型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33872"/>
            <a:ext cx="10634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每一条约束，都是为了让「像不像」「接不接得上」可以被验证，而不是靠感觉。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PART 04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 i="0">
                <a:solidFill>
                  <a:srgbClr val="9E3C27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3560" y="1554480"/>
            <a:ext cx="13716" cy="3657600"/>
          </a:xfrm>
          <a:prstGeom prst="rect">
            <a:avLst/>
          </a:prstGeom>
          <a:solidFill>
            <a:srgbClr val="3A2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80760" y="182880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应用价值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288036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让 AI 从「能写」走到「敢用」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977639"/>
            <a:ext cx="914400" cy="3657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42062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对作者、对创作者、对 AI 写作产品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04 · 应用价值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三层价值：从个人风格到可信流程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3246120" cy="30632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019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01 / 作者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风格成为资产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953512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852928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表达习惯沉淀成档案，无需重贴原文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557016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3456432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长篇写作有稳定事实底座，设定不易崩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4160520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07592" y="4059936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候选与检查降低返工，敢用于创作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1737360"/>
            <a:ext cx="3246120" cy="30632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9019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02 / 创作者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19456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一次建档，多处复用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953512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852928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同一人的不同笔迹，对应不同场景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3557016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456432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三平台脚本共用一套生成流程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4160520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059936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一人公司：把表达放大为内容产能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97496" y="1737360"/>
            <a:ext cx="3246120" cy="3063240"/>
          </a:xfrm>
          <a:prstGeom prst="rect">
            <a:avLst/>
          </a:prstGeom>
          <a:solidFill>
            <a:srgbClr val="FCF9F3"/>
          </a:solidFill>
          <a:ln w="9525">
            <a:solidFill>
              <a:srgbClr val="DED4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6" y="190195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03 / 产品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6" y="219456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可审计的生成闭环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71816" y="2953512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7848" y="2852928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四步闭环，每一步都由用户决定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71816" y="3557016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3456432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不缓存、不伪造，失败就明确失败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71816" y="4160520"/>
            <a:ext cx="146304" cy="25603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7848" y="4059936"/>
            <a:ext cx="248716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跨账号数据隔离，适合真实环境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074920"/>
            <a:ext cx="10634472" cy="713232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10149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适用场景：长篇小说连载  ·  自媒体多平台分发  ·  知识型写作  ·  写作教学与训练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43600"/>
            <a:ext cx="10634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衡量方式：风格贴合度 ↑    设定冲突率 ↓    返工时间 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75488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04 · 应用价值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C1613"/>
                </a:solidFill>
                <a:latin typeface="Noto Serif SC"/>
                <a:ea typeface="Noto Serif SC"/>
                <a:cs typeface="Noto Serif SC"/>
              </a:rPr>
              <a:t>边界即承诺：五条明确不做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29384"/>
            <a:ext cx="237744" cy="23774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" y="181051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不自动生成整本书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8470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一次只生成下一章的候选，作者始终掌握方向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88336"/>
            <a:ext cx="237744" cy="23774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56946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不改写历史正文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0604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续写与采用只追加，原始章节保持只读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447287"/>
            <a:ext cx="237744" cy="23774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328415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不缓存或伪造模型输出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364991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没有 Key 就明确报错，不用演示文案兜底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06240"/>
            <a:ext cx="237744" cy="23774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408736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不把整本书塞进提示词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123944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最近原文 + 摘要 + 抽样，按预算读取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65192"/>
            <a:ext cx="237744" cy="23774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846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C1613"/>
                </a:solidFill>
                <a:latin typeface="Microsoft YaHei"/>
                <a:ea typeface="Microsoft YaHei"/>
                <a:cs typeface="Microsoft YaHei"/>
              </a:rPr>
              <a:t>不硬编码模型与平台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4882896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模型名、平台知识都由配置与环境变量提供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783080"/>
            <a:ext cx="3822191" cy="3931920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21488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产品主张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606040"/>
            <a:ext cx="3273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21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AI 不只替你把
下一章写出来，
还要记得
前面发生过什么。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507492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F7F2E9"/>
                </a:solidFill>
                <a:latin typeface="Microsoft YaHei"/>
                <a:ea typeface="Microsoft YaHei"/>
                <a:cs typeface="Microsoft YaHei"/>
              </a:rPr>
              <a:t>—— 笔迹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806440"/>
            <a:ext cx="182880" cy="27432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724144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B211B"/>
                </a:solidFill>
                <a:latin typeface="Microsoft YaHei"/>
                <a:ea typeface="Microsoft YaHei"/>
                <a:cs typeface="Microsoft YaHei"/>
              </a:rPr>
              <a:t>这些边界不是能力缺口，而是让「续写能被采用」的前提。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6382512"/>
            <a:ext cx="10634472" cy="10972"/>
          </a:xfrm>
          <a:prstGeom prst="rect">
            <a:avLst/>
          </a:prstGeom>
          <a:solidFill>
            <a:srgbClr val="DE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49224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笔迹 · 项目介绍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8792" y="6492240"/>
            <a:ext cx="502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7C726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6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1463040"/>
            <a:ext cx="5303520" cy="5303520"/>
          </a:xfrm>
          <a:prstGeom prst="ellipse">
            <a:avLst/>
          </a:prstGeom>
          <a:noFill/>
          <a:ln w="12700">
            <a:solidFill>
              <a:srgbClr val="3A2D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3749039"/>
            <a:ext cx="4023360" cy="4023360"/>
          </a:xfrm>
          <a:prstGeom prst="ellipse">
            <a:avLst/>
          </a:prstGeom>
          <a:noFill/>
          <a:ln w="12700">
            <a:solidFill>
              <a:srgbClr val="2B21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4F35"/>
                </a:solidFill>
                <a:latin typeface="Microsoft YaHei"/>
                <a:ea typeface="Microsoft YaHei"/>
                <a:cs typeface="Microsoft YaHei"/>
              </a:rPr>
              <a:t>笔 迹  /  B I J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9875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3300" b="0" i="0">
                <a:solidFill>
                  <a:srgbClr val="F7F2E9"/>
                </a:solidFill>
                <a:latin typeface="Noto Serif SC"/>
                <a:ea typeface="Noto Serif SC"/>
                <a:cs typeface="Noto Serif SC"/>
              </a:rPr>
              <a:t>先学会你怎么写，
再记住你的故事已经写到哪里。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069080"/>
            <a:ext cx="1005840" cy="36576"/>
          </a:xfrm>
          <a:prstGeom prst="rect">
            <a:avLst/>
          </a:prstGeom>
          <a:solidFill>
            <a:srgbClr val="C94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89C90"/>
                </a:solidFill>
                <a:latin typeface="Microsoft YaHei"/>
                <a:ea typeface="Microsoft YaHei"/>
                <a:cs typeface="Microsoft YaHei"/>
              </a:rPr>
              <a:t>AI 不只替你把下一章写出来，还要记得前面发生过什么。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715000"/>
            <a:ext cx="10634472" cy="10972"/>
          </a:xfrm>
          <a:prstGeom prst="rect">
            <a:avLst/>
          </a:prstGeom>
          <a:solidFill>
            <a:srgbClr val="3A2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本地演示  localhost:3000   ·   demo / demo1234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5897880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D9CDC1"/>
                </a:solidFill>
                <a:latin typeface="Microsoft YaHei"/>
                <a:ea typeface="Microsoft YaHei"/>
                <a:cs typeface="Microsoft YaHei"/>
              </a:rPr>
              <a:t>Vue 3 · Express · Prisma · MySQL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笔迹 · 项目介绍</dc:title>
  <dc:subject>面向长篇的个性化小说续写与一致性助手</dc:subject>
  <dc:creator>笔迹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